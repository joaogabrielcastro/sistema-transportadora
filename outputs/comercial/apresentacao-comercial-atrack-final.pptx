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499a80a8f74b0b" /><Relationship Type="http://schemas.openxmlformats.org/officeDocument/2006/relationships/extended-properties" Target="/docProps/app.xml" Id="R9cd8dd63a5bc45b7" /><Relationship Type="http://schemas.openxmlformats.org/officeDocument/2006/relationships/officeDocument" Target="/ppt/presentation.xml" Id="R2aae3d36770a46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46811210d44116"/>
  </p:sldMasterIdLst>
  <p:notesMasterIdLst>
    <p:notesMasterId xmlns:r="http://schemas.openxmlformats.org/officeDocument/2006/relationships" r:id="R647f8faad359437f"/>
  </p:notesMasterIdLst>
  <p:sldIdLst>
    <p:sldId xmlns:r="http://schemas.openxmlformats.org/officeDocument/2006/relationships" id="256" r:id="R8837235e37cd4904"/>
    <p:sldId xmlns:r="http://schemas.openxmlformats.org/officeDocument/2006/relationships" id="257" r:id="R7095ca6d352348bd"/>
    <p:sldId xmlns:r="http://schemas.openxmlformats.org/officeDocument/2006/relationships" id="258" r:id="R46e5ff963857448f"/>
    <p:sldId xmlns:r="http://schemas.openxmlformats.org/officeDocument/2006/relationships" id="259" r:id="Re94004e786af4b07"/>
    <p:sldId xmlns:r="http://schemas.openxmlformats.org/officeDocument/2006/relationships" id="260" r:id="Ra50bad68fa334d4f"/>
    <p:sldId xmlns:r="http://schemas.openxmlformats.org/officeDocument/2006/relationships" id="261" r:id="Rf20c2b576abc456f"/>
    <p:sldId xmlns:r="http://schemas.openxmlformats.org/officeDocument/2006/relationships" id="262" r:id="R7fc950c3deff4747"/>
    <p:sldId xmlns:r="http://schemas.openxmlformats.org/officeDocument/2006/relationships" id="263" r:id="R2be659d4aba544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e7916935b34399" /><Relationship Type="http://schemas.openxmlformats.org/officeDocument/2006/relationships/slideMaster" Target="/ppt/slideMasters/slideMaster1.xml" Id="Ra146811210d44116" /><Relationship Type="http://schemas.openxmlformats.org/officeDocument/2006/relationships/notesMaster" Target="/ppt/notesMasters/notesMaster1.xml" Id="R647f8faad359437f" /><Relationship Type="http://schemas.openxmlformats.org/officeDocument/2006/relationships/presProps" Target="/ppt/presProps.xml" Id="R4554720b2bf54765" /><Relationship Type="http://schemas.openxmlformats.org/officeDocument/2006/relationships/tableStyles" Target="/ppt/tableStyles.xml" Id="R37c175c9293d46ea" /><Relationship Type="http://schemas.openxmlformats.org/officeDocument/2006/relationships/slide" Target="/ppt/slides/slide1.xml" Id="R8837235e37cd4904" /><Relationship Type="http://schemas.openxmlformats.org/officeDocument/2006/relationships/slide" Target="/ppt/slides/slide2.xml" Id="R7095ca6d352348bd" /><Relationship Type="http://schemas.openxmlformats.org/officeDocument/2006/relationships/slide" Target="/ppt/slides/slide3.xml" Id="R46e5ff963857448f" /><Relationship Type="http://schemas.openxmlformats.org/officeDocument/2006/relationships/slide" Target="/ppt/slides/slide4.xml" Id="Re94004e786af4b07" /><Relationship Type="http://schemas.openxmlformats.org/officeDocument/2006/relationships/slide" Target="/ppt/slides/slide5.xml" Id="Ra50bad68fa334d4f" /><Relationship Type="http://schemas.openxmlformats.org/officeDocument/2006/relationships/slide" Target="/ppt/slides/slide6.xml" Id="Rf20c2b576abc456f" /><Relationship Type="http://schemas.openxmlformats.org/officeDocument/2006/relationships/slide" Target="/ppt/slides/slide7.xml" Id="R7fc950c3deff4747" /><Relationship Type="http://schemas.openxmlformats.org/officeDocument/2006/relationships/slide" Target="/ppt/slides/slide8.xml" Id="R2be659d4aba544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71e37c7c694a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8a308039964721" /><Relationship Type="http://schemas.openxmlformats.org/officeDocument/2006/relationships/notesMaster" Target="/ppt/notesMasters/notesMaster1.xml" Id="Rbf30a6e4d7ec4f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cdc90c98c54fb7" /><Relationship Type="http://schemas.openxmlformats.org/officeDocument/2006/relationships/notesMaster" Target="/ppt/notesMasters/notesMaster1.xml" Id="Rc7616fe50ec440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327593a1744695" /><Relationship Type="http://schemas.openxmlformats.org/officeDocument/2006/relationships/notesMaster" Target="/ppt/notesMasters/notesMaster1.xml" Id="R08a836298a8340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a31d8b82a74f60" /><Relationship Type="http://schemas.openxmlformats.org/officeDocument/2006/relationships/notesMaster" Target="/ppt/notesMasters/notesMaster1.xml" Id="R1c1ad2bbd91340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e8c381f5b24bf1" /><Relationship Type="http://schemas.openxmlformats.org/officeDocument/2006/relationships/notesMaster" Target="/ppt/notesMasters/notesMaster1.xml" Id="R5b752a0d2d504b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8f6c9b86b14f4d" /><Relationship Type="http://schemas.openxmlformats.org/officeDocument/2006/relationships/notesMaster" Target="/ppt/notesMasters/notesMaster1.xml" Id="R8acabe0b99e84b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0e6671e52047b6" /><Relationship Type="http://schemas.openxmlformats.org/officeDocument/2006/relationships/notesMaster" Target="/ppt/notesMasters/notesMaster1.xml" Id="R5d74c9be2d744b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9b03b26a3f4c3e" /><Relationship Type="http://schemas.openxmlformats.org/officeDocument/2006/relationships/notesMaster" Target="/ppt/notesMasters/notesMaster1.xml" Id="Rb46ef12c17c14c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 conversa confirmando o objetivo da reunião. Evite começar listando módulos. Pergunte qual rotina mais causa retrabalho hoje.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tela como roteiro de conversa. Anote quantidade de veículos, motoristas e usuários. Confirme também quem decide a contratação.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no sistema somente os fluxos relacionados às dores citadas. Não tente percorrer todos os menus. Use uma empresa demonstrativa com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demonstração, abra um veículo e percorra uma rotina completa. Faça um lançamento apenas com dados de teste e depois mostre o reflexo no histórico ou relatório.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esta parte somente se fizer sentido para o cliente. Não prometa CIOT. Explique que certificado, provedor, regras fiscais e homologação fazem parte do projeto de implantação.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Recomende o plano pela quantidade de veículos e usuários e pela necessidade fiscal. O Completo aumenta capacidade, mas não adiciona módulos em relação ao Fiscal.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 o pacote somente depois de avaliar quantidade e qualidade dos dados. Separe migração ampliada, atendimento presencial e integrações do pacote padrão.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encerre com uma promessa genérica. Registre a ação, o responsável e a data. Se houver integração pendente, combine uma análise técnica antes da proposta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62212cbd640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f561875f7a46bc" /><Relationship Type="http://schemas.openxmlformats.org/officeDocument/2006/relationships/slideLayout" Target="/ppt/slideLayouts/slideLayout1.xml" Id="Rf5e754fcc3414f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e754fcc3414f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e5fc730264470" /><Relationship Type="http://schemas.openxmlformats.org/officeDocument/2006/relationships/notesSlide" Target="/ppt/notesSlides/notesSlide1.xml" Id="Rc38a8e0de6f044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7b5c5624d4f6a" /><Relationship Type="http://schemas.openxmlformats.org/officeDocument/2006/relationships/notesSlide" Target="/ppt/notesSlides/notesSlide2.xml" Id="R8edc956efc6545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c2ecae24d494a" /><Relationship Type="http://schemas.openxmlformats.org/officeDocument/2006/relationships/notesSlide" Target="/ppt/notesSlides/notesSlide3.xml" Id="R1991095c3ee24d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9c67515124344" /><Relationship Type="http://schemas.openxmlformats.org/officeDocument/2006/relationships/notesSlide" Target="/ppt/notesSlides/notesSlide4.xml" Id="R17643615d69e46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0f52307dd4128" /><Relationship Type="http://schemas.openxmlformats.org/officeDocument/2006/relationships/notesSlide" Target="/ppt/notesSlides/notesSlide5.xml" Id="R27092674b4fe4b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c0a3a285442dd" /><Relationship Type="http://schemas.openxmlformats.org/officeDocument/2006/relationships/notesSlide" Target="/ppt/notesSlides/notesSlide6.xml" Id="R9fb5dca8320148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7bda955504b5b" /><Relationship Type="http://schemas.openxmlformats.org/officeDocument/2006/relationships/notesSlide" Target="/ppt/notesSlides/notesSlide7.xml" Id="Re4c2fedf119b4a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83c709f6c4151" /><Relationship Type="http://schemas.openxmlformats.org/officeDocument/2006/relationships/notesSlide" Target="/ppt/notesSlides/notesSlide8.xml" Id="R0b9ef36a4efb4c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4FC3E-38B9-4ED9-9BDF-9FA9CF6C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ATRACK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D6FD2-4CF7-4F96-972D-42C81EB1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Gestão de frota e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operação de transportes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8390A-621A-4F4C-A81D-A7D9ED7F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E9E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E9EF"/>
                </a:solidFill>
                <a:latin typeface="Arial"/>
                <a:ea typeface="Arial"/>
                <a:cs typeface="Arial"/>
              </a:rPr>
              <a:t>Apresentação comercial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EDFC4-1D16-46EA-9A43-EEB3C91B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[NOME DO CLIENTE]   [DD/MM/AAAA]</a:t>
            </a:r>
          </a:p>
        </p:txBody>
      </p:sp>
    </p:spTree>
    <p:extLst>
      <p:ext uri="{BB962C8B-B14F-4D97-AF65-F5344CB8AC3E}">
        <p14:creationId xmlns:p14="http://schemas.microsoft.com/office/powerpoint/2010/main" val="737579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3F2A6-BD46-4901-B6AE-FD95F76E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Processo atual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48089-A93C-4344-B2F4-5A37B2CE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Quatro perguntas para entender onde o ATrack pode ajudar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55A27-536C-400E-8BA5-5717B238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Controle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7E96D-DA6A-4634-BFDC-F2902244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28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Onde ficam os cadastros, documentos, gastos e manutenções hoje?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03658-C4B9-47D3-A827-E6BA984C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Responsáveis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80748-A88A-4766-9B7E-196B2C42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62200"/>
            <a:ext cx="2428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Quem lança as informações e quem precisa consultar ou aprovar?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E9CC8-2355-4248-8E59-2B15CD7D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F4F79-F833-4F60-B940-31481F7F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2428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Que atraso, erro ou vencimento já gerou custo ou retrabalho?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8F389-9E92-4225-98B6-3509940A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Prioridade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5C5CF-11B0-4B19-BB54-278BC591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62200"/>
            <a:ext cx="2428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Qual rotina precisa funcionar melhor nos primeiros 30 dias?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8DA0B-1713-4410-B17E-9558E649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ATrack  02</a:t>
            </a:r>
          </a:p>
        </p:txBody>
      </p:sp>
    </p:spTree>
    <p:extLst>
      <p:ext uri="{BB962C8B-B14F-4D97-AF65-F5344CB8AC3E}">
        <p14:creationId xmlns:p14="http://schemas.microsoft.com/office/powerpoint/2010/main" val="1103552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F33EE-F5A7-463B-913F-FCC391F9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Operação centralizada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73A95-FEC7-4F4A-8063-4DF1269A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Informações relacionadas ao veículo permanecem acessíveis no mesmo ambiente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FD636-D90B-4934-97A6-61AE2843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Frota e pessoas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3BAE2-F3E7-4538-945A-C632D0C9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314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Veículos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Motoristas e CNH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Documentos e vencimentos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Perfis e permissões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02C30-1ED1-4378-938A-CA921E4F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Rotina operacional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5A2EE-A081-48F0-B958-6A03E482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314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Pneus e recapagens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Manutenção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Abastecimentos e gastos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Alertas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4EBC8-F544-4719-8390-843F2983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Gestão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128DC-B1A7-48EC-95AB-02711B1C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314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Histórico por veículo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Relatórios por período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Custo por quilômetro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4B918-73DD-415A-BD82-B0A90709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Os indicadores dependem dos dados registrados pela operação.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B6DA5-DC9D-4A42-A86D-4C96153D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ATrack  03</a:t>
            </a:r>
          </a:p>
        </p:txBody>
      </p:sp>
    </p:spTree>
    <p:extLst>
      <p:ext uri="{BB962C8B-B14F-4D97-AF65-F5344CB8AC3E}">
        <p14:creationId xmlns:p14="http://schemas.microsoft.com/office/powerpoint/2010/main" val="1545060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5D4F1-AF82-476A-B891-DB105C71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Rotina diária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2134E-F8DA-486B-A075-C9725625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O valor aparece quando a equipe mantém os lançamentos atualizados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DD80D-5626-48A9-A047-81643EA2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B8A9A-26CE-4C91-969A-DBCCAA07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097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Cadastrar e conferir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D10AA-E666-48BE-8FDB-36129CA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2410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Frota, motoristas, documentos e quilometragem inicial.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ABA53-C8BB-4084-A110-895726C4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7D516-DBBF-4635-90EC-B242926C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766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Registrar a operação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AC674-8318-424C-B1B5-74A05FAF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9095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Gastos, abastecimentos, pneus e manutenções.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0BCA2-377D-4554-B000-2493DE39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DDF5E-BDC2-4DA4-8BC7-17CB7F8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Acompanhar pendências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80BC3-D131-46E4-8B62-8259A79B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2410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Alertas de vencimentos e próximas manutenções.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D8219-D8A9-4AE4-B177-989AFE5B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9D09F-1BD4-48A0-97FC-0F2A1B72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76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Analisar custos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0A227-3E86-4519-963F-1195218C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909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Histórico, relatórios e custo por quilômetro.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BE01E-58FE-4CAE-B457-94E8AAC4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ATrack  04</a:t>
            </a:r>
          </a:p>
        </p:txBody>
      </p:sp>
    </p:spTree>
    <p:extLst>
      <p:ext uri="{BB962C8B-B14F-4D97-AF65-F5344CB8AC3E}">
        <p14:creationId xmlns:p14="http://schemas.microsoft.com/office/powerpoint/2010/main" val="1994179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D8ADC-5AA6-484E-A805-BBCD4DE5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Operação fiscal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7FCD1-FC4E-4B77-A9A5-97080C09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E5E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E5EC"/>
                </a:solidFill>
                <a:latin typeface="Arial"/>
                <a:ea typeface="Arial"/>
                <a:cs typeface="Arial"/>
              </a:rPr>
              <a:t>Disponível com implantação assistida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124D3-A432-409D-9BF1-31956826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Escopo possível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A9059-8154-4F51-BE8A-4A98CD72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14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Importação de XML da NF-e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Estoque de peças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CT-e e MDF-e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Averbação, quando homologada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1B9AC-242E-4066-888F-481635D1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Dependências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7AE83-1B3A-4C31-BA2D-5FFF4403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314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Certificado A1 válido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Credenciais do provedor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Configuração da empresa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Testes em homologação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12DB8-AFEC-487D-825F-60F51C87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Limites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F6E64-CEE6-491A-A81A-82F6214E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Custos externos separados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Validação do responsável fiscal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CIOT ainda não disponível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Integrações sob análise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35843-BE8A-4B90-8BBD-E884552B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Produção fiscal só começa após homologação e aprovação do cliente.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8C5C6-E1CC-4BFD-B142-98DA1AA6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ATrack  05</a:t>
            </a:r>
          </a:p>
        </p:txBody>
      </p:sp>
    </p:spTree>
    <p:extLst>
      <p:ext uri="{BB962C8B-B14F-4D97-AF65-F5344CB8AC3E}">
        <p14:creationId xmlns:p14="http://schemas.microsoft.com/office/powerpoint/2010/main" val="939071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106E2-9D7A-4AB0-A5EB-D17E15E8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Planos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51DD8-EFB1-43FF-87DD-22F95F1B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Mensalidades vigentes no catálogo do ATrack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8B910-6E0E-41A4-9892-E6371F2E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Starter  R$ 249/mês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C8740-1DD6-41FF-9607-A13E1BF9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48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Até 8 veículos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Até 2 usuários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Gestão essencial da frota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14 dias de teste sem cartão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54F8D-6AE8-4760-B3FC-638EC51E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Fiscal  R$ 649/mês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E5FCA-B656-4126-8883-398709AA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048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Até 40 veículos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Até 8 usuários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NF-e e estoque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CT-e, MDF-e e contrato de frete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A0757-F3C5-41F1-ACB3-E31ED09C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Completo  R$ 999/mês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E7F64-58E3-45B3-A24A-F07B4D9F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3048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Até 100 veículos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Até 20 usuários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Mesmos módulos do Fiscal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Maior capacidade operacional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0C7AD-7AE0-4DA2-9AC2-B6972892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Implantação, migração e serviços externos são orçados separadamente.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BBCD9-76DC-452D-ADAA-19EE3FDB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ATrack  06</a:t>
            </a:r>
          </a:p>
        </p:txBody>
      </p:sp>
    </p:spTree>
    <p:extLst>
      <p:ext uri="{BB962C8B-B14F-4D97-AF65-F5344CB8AC3E}">
        <p14:creationId xmlns:p14="http://schemas.microsoft.com/office/powerpoint/2010/main" val="1736596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B6D6A-6E0F-4CB0-A7A1-C65E665E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Implantação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21E6D-7763-40F2-A8EE-F4F34FEF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O trabalho começa com escopo, responsáveis e um resultado para os primeiros 30 dias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57312-E7D7-442D-B39E-9A699CD4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Preparação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749B2-F248-4BF9-A71B-FD3E68F0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Proposta aceita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Responsáveis definidos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Dados e prazo combinados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437C8-9A78-4342-A033-9A58CE2E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Configuração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83D21-1B88-4F47-8F89-0E1DF86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Empresa e usuários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Importação acordada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Permissões e testes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2C11D-74E4-46CD-A870-82EC12D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Entrada em operação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181DD-9E8F-4F8E-A45A-C609DD9E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33625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Treinamento por função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Rotina principal validada</a:t>
            </a:r>
          </a:p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Acompanhamento em 7, 15 e 30 dias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C35BD-4497-4751-83A4-B061E38F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Pacotes sugeridos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A17F4-8429-4139-A9F9-64F0D706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A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A44"/>
                </a:solidFill>
                <a:latin typeface="Arial"/>
                <a:ea typeface="Arial"/>
                <a:cs typeface="Arial"/>
              </a:rPr>
              <a:t>Essencial R$ 900    Operacional R$ 1.500    Fiscal a partir de R$ 3.000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24054-883B-44BB-BCC2-40F485E3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ATrack  07</a:t>
            </a:r>
          </a:p>
        </p:txBody>
      </p:sp>
    </p:spTree>
    <p:extLst>
      <p:ext uri="{BB962C8B-B14F-4D97-AF65-F5344CB8AC3E}">
        <p14:creationId xmlns:p14="http://schemas.microsoft.com/office/powerpoint/2010/main" val="1361261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D268F-9FB5-47A0-90E8-8131A52E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Próximo passo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BD67E-4286-4D64-8A73-C45E0B19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Definir o primeiro resultado que o ATrack precisa entregar para a sua operação.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90840-A4EA-4722-AD18-E3AD8478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E5E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E5EC"/>
                </a:solidFill>
                <a:latin typeface="Arial"/>
                <a:ea typeface="Arial"/>
                <a:cs typeface="Arial"/>
              </a:rPr>
              <a:t>Plano provável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A7581-6365-4D35-8066-4D80B81F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[PLANO]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68348-FDFC-4667-82AE-4E486BEA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E5E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E5EC"/>
                </a:solidFill>
                <a:latin typeface="Arial"/>
                <a:ea typeface="Arial"/>
                <a:cs typeface="Arial"/>
              </a:rPr>
              <a:t>Próxima 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00EFA-CE33-4796-9122-3DCDE8FF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[AÇÃO E RESPONSÁVEL]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CA010-4E91-42BA-87F0-EA8D2513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E5E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E5EC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07C91-3107-4EC9-A263-1CC2F02D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[DD/MM/AAAA]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712F0-3EEE-4497-BCFD-7010D9CA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7C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7C4"/>
                </a:solidFill>
                <a:latin typeface="Arial"/>
                <a:ea typeface="Arial"/>
                <a:cs typeface="Arial"/>
              </a:rPr>
              <a:t>ATrack</a:t>
            </a:r>
          </a:p>
        </p:txBody>
      </p:sp>
    </p:spTree>
    <p:extLst>
      <p:ext uri="{BB962C8B-B14F-4D97-AF65-F5344CB8AC3E}">
        <p14:creationId xmlns:p14="http://schemas.microsoft.com/office/powerpoint/2010/main" val="894749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2026-10-09T16:50:52.9740000Z</dcterms:created>
  <dcterms:modified xsi:type="dcterms:W3CDTF">2026-10-09T16:50:52.9740000Z</dcterms:modified>
</coreProperties>
</file>